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nter" panose="02000503000000020004"/>
      <p:regular r:id="rId25"/>
    </p:embeddedFont>
    <p:embeddedFont>
      <p:font typeface="Inter Bold" panose="02000503000000020004"/>
      <p:regular r:id="rId26"/>
      <p:bold r:id="rId27"/>
    </p:embeddedFont>
    <p:embeddedFont>
      <p:font typeface="Inter Light" panose="02000503000000020004" pitchFamily="2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>
        <p:scale>
          <a:sx n="139" d="100"/>
          <a:sy n="139" d="100"/>
        </p:scale>
        <p:origin x="47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28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3"/>
          <p:cNvSpPr/>
          <p:nvPr/>
        </p:nvSpPr>
        <p:spPr>
          <a:xfrm>
            <a:off x="8386354" y="4722706"/>
            <a:ext cx="3143866" cy="7251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536667"/>
            <a:ext cx="1822504" cy="231775"/>
          </a:xfrm>
          <a:prstGeom prst="roundRect">
            <a:avLst>
              <a:gd name="adj" fmla="val 6850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12733" y="2576355"/>
            <a:ext cx="22733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 · FULL STACK BOOTCAMP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3360" y="2810709"/>
            <a:ext cx="5265903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Connecting PHP with MySQL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233360" y="3382904"/>
            <a:ext cx="6226515" cy="57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Saving Data Permanently</a:t>
            </a:r>
            <a:endParaRPr lang="en-US" sz="3550" dirty="0"/>
          </a:p>
        </p:txBody>
      </p:sp>
      <p:sp>
        <p:nvSpPr>
          <p:cNvPr id="7" name="Text 4"/>
          <p:cNvSpPr/>
          <p:nvPr/>
        </p:nvSpPr>
        <p:spPr>
          <a:xfrm>
            <a:off x="5233360" y="4112261"/>
            <a:ext cx="6296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we stop losing data on refresh. We connect our PHP forms directly to MySQL, build a real Student Registration Database, and display live records inside a Bootstrap table — all in 2.5 hours.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33359" y="4714619"/>
            <a:ext cx="3020739" cy="7251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65616" y="4846878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Browser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65616" y="5117051"/>
            <a:ext cx="60323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33360" y="5447896"/>
            <a:ext cx="3020738" cy="7251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65616" y="5572068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65616" y="5842241"/>
            <a:ext cx="60323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&amp; Validate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97938" y="4841025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97938" y="5111197"/>
            <a:ext cx="60323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Permanently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386354" y="5453750"/>
            <a:ext cx="3127758" cy="7251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497938" y="5569192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Records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97938" y="5839363"/>
            <a:ext cx="20192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&amp; Retrieve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3360" y="5439809"/>
            <a:ext cx="629686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233360" y="6164999"/>
            <a:ext cx="629686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EED586-5212-20C7-8CC4-58219B9A5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138336"/>
            <a:ext cx="3783452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907157"/>
            <a:ext cx="1101499" cy="270272"/>
          </a:xfrm>
          <a:prstGeom prst="roundRect">
            <a:avLst>
              <a:gd name="adj" fmla="val 6609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22655" y="951805"/>
            <a:ext cx="15324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HOOK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3360" y="1231007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Happens After You Hit Refresh?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233360" y="2362200"/>
            <a:ext cx="19050" cy="980083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56597" y="2512913"/>
            <a:ext cx="607362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Yesterday your form submitted data and displayed it on screen. You hit refresh — and everything disappeared. How do Instagram, Amazon, and WhatsApp remember your data </a:t>
            </a:r>
            <a:r>
              <a:rPr lang="en-US" sz="11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forever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126207" y="3492996"/>
            <a:ext cx="3181171" cy="1525786"/>
          </a:xfrm>
          <a:prstGeom prst="roundRect">
            <a:avLst>
              <a:gd name="adj" fmla="val 146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75031" y="3626941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75031" y="3993356"/>
            <a:ext cx="2883522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variables live only during one request. Once the page reloads, all submitted data is gone. There is no memory between requests.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69706" y="3626941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569706" y="3993356"/>
            <a:ext cx="296686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stores data on disk permanently. MySQL is the industry-standard relational database that PHP talks to natively — and we learn it today.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3360" y="5169495"/>
            <a:ext cx="6296860" cy="781348"/>
          </a:xfrm>
          <a:prstGeom prst="roundRect">
            <a:avLst>
              <a:gd name="adj" fmla="val 285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185" y="5377656"/>
            <a:ext cx="186031" cy="1488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7040" y="5340648"/>
            <a:ext cx="56643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30 seconds to discuss with your neighbor: where do you think your Instagram profile data actually lives?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09504D-669B-763B-FED4-FFCCE37E9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6023"/>
            <a:ext cx="1365910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935633"/>
            <a:ext cx="177706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MISSION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63055"/>
            <a:ext cx="676129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Registration Database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2783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this session you will have a fully working web application — not a demo, not a mockup — a real app that saves and retrieves student records from MySQL.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43101"/>
            <a:ext cx="5434373" cy="6614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6769" y="35698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Registration 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927574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+ Bootstrap form collecting student details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743101"/>
            <a:ext cx="5434373" cy="6614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1142" y="35698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Backend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61142" y="3927574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input and runs SQL queries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357489"/>
            <a:ext cx="5434373" cy="6614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6769" y="518427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Storage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6769" y="5541963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Permanently saves every student record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357489"/>
            <a:ext cx="5434373" cy="6614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61142" y="518427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 Table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261142" y="5541963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all records live in the browser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4137C8-C8EF-9499-B40C-47590DDABC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91332"/>
            <a:ext cx="1579126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340941"/>
            <a:ext cx="199027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RAPID FIRE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74713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Pair Up — 3 Minutes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3949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to your neighbor. Take turns answering each question out loud. No peeking at notes. This is your warm-up before we write real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890143"/>
            <a:ext cx="2593216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5819" y="30744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POST?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19" y="3432175"/>
            <a:ext cx="222452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is it different from GET?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9985" y="2890143"/>
            <a:ext cx="2593216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04329" y="30744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include()?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04329" y="3432175"/>
            <a:ext cx="222452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 we use it instead of copy-pasting code?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495" y="2890143"/>
            <a:ext cx="2593216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2838" y="30744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validate?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2838" y="3432175"/>
            <a:ext cx="22245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bad things happen without server-side validation?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37005" y="2890143"/>
            <a:ext cx="2593216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21348" y="30744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vs JavaScript?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21348" y="3432175"/>
            <a:ext cx="222452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does each language execute?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4575671"/>
            <a:ext cx="10868745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5819" y="476002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localhost?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19" y="5117703"/>
            <a:ext cx="105000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software is running behind it?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51765A-51E2-6AC4-417E-B67CDB0BF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5148"/>
            <a:ext cx="1056554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0691" y="794445"/>
            <a:ext cx="132255" cy="13225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9024" y="754757"/>
            <a:ext cx="126937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082179"/>
            <a:ext cx="989979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 Database? — Concept + Live Coding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61475" y="1995785"/>
            <a:ext cx="579621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a MySQL database as a collection of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spreadsheets that never close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spreadsheet is a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column is a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field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row is a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Key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(id) uniquely identifies every row — just like a roll number identifies every student.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3221236"/>
            <a:ext cx="5815264" cy="726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868" y="324028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4868" y="3664049"/>
            <a:ext cx="559282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student_management — the container for all tables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240312"/>
            <a:ext cx="5815264" cy="726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868" y="42593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64868" y="4683125"/>
            <a:ext cx="559282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— stores one row per registered student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5259388"/>
            <a:ext cx="5815264" cy="726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4868" y="527843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64868" y="5702201"/>
            <a:ext cx="559282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— AUTO_INCREMENT, unique, never NULL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67452" y="1995785"/>
            <a:ext cx="527860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Coding — do this now: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67452" y="2409230"/>
            <a:ext cx="4669018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localhost/phpmyadmin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your browser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left sidebar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database name: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student_management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Collation: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utf8_general_ci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867452" y="4149725"/>
            <a:ext cx="4669018" cy="909439"/>
          </a:xfrm>
          <a:prstGeom prst="roundRect">
            <a:avLst>
              <a:gd name="adj" fmla="val 272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747" y="4402137"/>
            <a:ext cx="206667" cy="1652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04709" y="4339828"/>
            <a:ext cx="39664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should see the new database appear in the left panel. Screenshot it — we'll refer to it later.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2A3785-5208-1744-0457-C26934C19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1">
            <a:extLst>
              <a:ext uri="{FF2B5EF4-FFF2-40B4-BE49-F238E27FC236}">
                <a16:creationId xmlns:a16="http://schemas.microsoft.com/office/drawing/2014/main" id="{5DC17902-82F9-FA43-36A4-1A2C60C44255}"/>
              </a:ext>
            </a:extLst>
          </p:cNvPr>
          <p:cNvSpPr/>
          <p:nvPr/>
        </p:nvSpPr>
        <p:spPr>
          <a:xfrm>
            <a:off x="6178801" y="4720233"/>
            <a:ext cx="5351320" cy="1538089"/>
          </a:xfrm>
          <a:prstGeom prst="roundRect">
            <a:avLst>
              <a:gd name="adj" fmla="val 1613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661475" y="599678"/>
            <a:ext cx="1052387" cy="317302"/>
          </a:xfrm>
          <a:prstGeom prst="roundRect">
            <a:avLst>
              <a:gd name="adj" fmla="val 6255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649288"/>
            <a:ext cx="146353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MISSION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96509" y="599678"/>
            <a:ext cx="1193373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95725" y="649288"/>
            <a:ext cx="1604525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983059"/>
            <a:ext cx="611608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Your Students Table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174783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student_management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create a table named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the fields below. Use phpMyAdmin's table creation UI — click each field, set the type, and mark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PRIMARY KEY with AUTO_INCREMENT.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2463105"/>
            <a:ext cx="3512653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6769" y="262840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6769" y="2986087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 · AUTO_INCREMENT · PRIMARY KEY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422" y="2463105"/>
            <a:ext cx="3512752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04716" y="262840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4716" y="2986087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VARCHAR(100) · NOT NULL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2463105"/>
            <a:ext cx="3512653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2762" y="262840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2762" y="2986087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VARCHAR(150) · UNIQUE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3581301"/>
            <a:ext cx="5351626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6769" y="374659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6769" y="4104283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VARCHAR(50)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8395" y="3581301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43690" y="374659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cgpa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3690" y="410428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DECIMAL(3,2)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2415" y="4720233"/>
            <a:ext cx="5470785" cy="1538089"/>
          </a:xfrm>
          <a:prstGeom prst="roundRect">
            <a:avLst>
              <a:gd name="adj" fmla="val 161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7710" y="4885531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7710" y="5315645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two extra fields: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(VARCHAR 15) and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(VARCHAR 60). Choose appropriate data types and explain your choice to your neighbor.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3904" y="4885531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3904" y="5315645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</a:t>
            </a:r>
            <a:r>
              <a:rPr lang="en-US" sz="13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field of type </a:t>
            </a:r>
            <a:r>
              <a:rPr lang="en-US" sz="13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default value of </a:t>
            </a:r>
            <a:r>
              <a:rPr lang="en-US" sz="13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CURRENT_TIMESTAMP</a:t>
            </a:r>
            <a:r>
              <a:rPr lang="en-US" sz="13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auto-records when each student was registered.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65E37B3-180F-9BF1-4E5C-F8A1DB59D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6077"/>
            <a:ext cx="975296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0769" y="751681"/>
            <a:ext cx="119060" cy="11906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9359" y="720725"/>
            <a:ext cx="12277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999927"/>
            <a:ext cx="8900394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Connecting PHP to MySQL — </a:t>
            </a:r>
            <a:r>
              <a:rPr lang="en-US" sz="29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db_connect.php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61475" y="1672332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PHP page that needs database access will include one file: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db_connect.php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 use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mysqli_connect()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MySQLi extension built into PHP. We test the connection immediately so we catch errors early.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2409428"/>
            <a:ext cx="40850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Coding — Create db_connect.php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2792611"/>
            <a:ext cx="5252807" cy="3238500"/>
          </a:xfrm>
          <a:prstGeom prst="roundRect">
            <a:avLst>
              <a:gd name="adj" fmla="val 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4034" y="2792610"/>
            <a:ext cx="5480807" cy="3906341"/>
          </a:xfrm>
          <a:prstGeom prst="roundRect">
            <a:avLst>
              <a:gd name="adj" fmla="val 68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0063" y="2941438"/>
            <a:ext cx="5081659" cy="3607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$host     = "localhost";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$user     = "root";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$password = "";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$database = "student_management";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$conn = mysqli_connect($host, $user, $password, $database);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(!$conn) {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die("Connection Failed: " . mysqli_connect_error());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echo "Connection Successful!";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39523" y="2409428"/>
            <a:ext cx="33919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the Parameters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3041068"/>
            <a:ext cx="223237" cy="2232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67442" y="3036454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localhost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767442" y="3298364"/>
            <a:ext cx="47691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server address — your own machine via XAMPP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3901592"/>
            <a:ext cx="223237" cy="2232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7442" y="3896978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/ ""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767442" y="4158888"/>
            <a:ext cx="47691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XAMPP username and blank password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4762116"/>
            <a:ext cx="223237" cy="2232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7442" y="4757502"/>
            <a:ext cx="198948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student_management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767442" y="5019412"/>
            <a:ext cx="47691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database we just created in phpMyAdmin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23" y="5622640"/>
            <a:ext cx="223237" cy="2232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7442" y="5618027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die()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67442" y="5879936"/>
            <a:ext cx="47691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Stops the script and shows the error if connection fails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924E81D-4357-E597-EF12-FCE96FC9D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1">
            <a:extLst>
              <a:ext uri="{FF2B5EF4-FFF2-40B4-BE49-F238E27FC236}">
                <a16:creationId xmlns:a16="http://schemas.microsoft.com/office/drawing/2014/main" id="{D8384F2F-0D74-18C0-C28D-A96C63A049B9}"/>
              </a:ext>
            </a:extLst>
          </p:cNvPr>
          <p:cNvSpPr/>
          <p:nvPr/>
        </p:nvSpPr>
        <p:spPr>
          <a:xfrm>
            <a:off x="6178801" y="4927104"/>
            <a:ext cx="5351320" cy="1175048"/>
          </a:xfrm>
          <a:prstGeom prst="roundRect">
            <a:avLst>
              <a:gd name="adj" fmla="val 1613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661475" y="755848"/>
            <a:ext cx="1025102" cy="296664"/>
          </a:xfrm>
          <a:prstGeom prst="roundRect">
            <a:avLst>
              <a:gd name="adj" fmla="val 6356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5730" y="802977"/>
            <a:ext cx="1446176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MISSION 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765057" y="755848"/>
            <a:ext cx="1133546" cy="296664"/>
          </a:xfrm>
          <a:prstGeom prst="roundRect">
            <a:avLst>
              <a:gd name="adj" fmla="val 6356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59313" y="802977"/>
            <a:ext cx="1554620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95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112143"/>
            <a:ext cx="6633699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Your Project to MySQL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661475" y="1826915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your project folder, paste the connection code, and include it at the top of your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include('db_connect.php');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Load the page in your browser and confirm no errors appear.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475" y="2485132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475" y="2732980"/>
            <a:ext cx="535976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475" y="2849563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the 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475" y="3184624"/>
            <a:ext cx="535976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file in VS Code: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db_connect.php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inside your project root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0458" y="2485132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0458" y="2732980"/>
            <a:ext cx="535976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0458" y="2849563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Paste &amp; save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0458" y="3184624"/>
            <a:ext cx="535976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mysqli_connect() code with your correct database 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3696791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1475" y="3944640"/>
            <a:ext cx="535976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475" y="4061222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Include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1475" y="4396284"/>
            <a:ext cx="535976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include('db_connect.php'); ?&gt;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the very top of index.php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0458" y="3696791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0458" y="3944640"/>
            <a:ext cx="535976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0458" y="4061222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in browser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0458" y="4396284"/>
            <a:ext cx="535976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localhost/yourproject/index.php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errors = success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269" y="4927104"/>
            <a:ext cx="5469098" cy="1175048"/>
          </a:xfrm>
          <a:prstGeom prst="roundRect">
            <a:avLst>
              <a:gd name="adj" fmla="val 200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5328" y="5076329"/>
            <a:ext cx="2573571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5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328" y="5477470"/>
            <a:ext cx="515498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Uncomment the success echo and wrap it in a Bootstrap </a:t>
            </a:r>
            <a:r>
              <a:rPr lang="en-US" sz="12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 so a green banner appears when the connection works.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3883" y="5076329"/>
            <a:ext cx="2573571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5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93883" y="5477470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mysqli_get_host_info($conn)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display the current database server info inside the alert banner.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EB31949-0F99-B1E2-E1C9-113C27E22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9583"/>
            <a:ext cx="813077" cy="213320"/>
          </a:xfrm>
          <a:prstGeom prst="roundRect">
            <a:avLst>
              <a:gd name="adj" fmla="val 697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5887" y="846634"/>
            <a:ext cx="99216" cy="992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4711" y="826790"/>
            <a:ext cx="1125013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1040110"/>
            <a:ext cx="6627746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Inserting Data — Concept + Live Coding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1475" y="1567258"/>
            <a:ext cx="10868745" cy="515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registration form you built on Day 8. When it's submitted via POST, we grab each field, build a SQL INSERT query, and execute it using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mysqli_query()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data is now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permanently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saved in MySQL.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5323" y="2188456"/>
            <a:ext cx="311618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Coding — process_form.php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416770"/>
            <a:ext cx="5283068" cy="3547070"/>
          </a:xfrm>
          <a:prstGeom prst="roundRect">
            <a:avLst>
              <a:gd name="adj" fmla="val 5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5323" y="2416770"/>
            <a:ext cx="5959671" cy="4205972"/>
          </a:xfrm>
          <a:prstGeom prst="roundRect">
            <a:avLst>
              <a:gd name="adj" fmla="val 5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0299" y="2540794"/>
            <a:ext cx="5642575" cy="391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include('db_connect.php');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($_SERVER['REQUEST_METHOD'] == 'POST') {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$name   = mysqli_real_escape_string($conn, $_POST['name']);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$email  = mysqli_real_escape_string($conn, $_POST['email']);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$branch = mysqli_real_escape_string($conn, $_POST['branch']);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$cgpa   = $_POST['cgpa'];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$sql = "INSERT INTO students (name, email, branch, cgpa)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 ('$name', '$email', '$branch', '$cgpa')";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(mysqli_query($conn, $sql)) {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"Student Registered Successfully!";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"Error: " . mysqli_error($conn);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4008" y="2383346"/>
            <a:ext cx="5140899" cy="6220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76128" y="2396046"/>
            <a:ext cx="206527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mysqli_real_escape_string()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76128" y="2595971"/>
            <a:ext cx="4617645" cy="40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Sanitizes user input to prevent SQL injection — always use it on string fields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4008" y="3235307"/>
            <a:ext cx="5140899" cy="6172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76129" y="3248007"/>
            <a:ext cx="15051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 INTO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976128" y="3435863"/>
            <a:ext cx="4617645" cy="41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command to add a new row. Columns listed in () must match values in VALUES ()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4008" y="4082472"/>
            <a:ext cx="5140899" cy="6172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76129" y="4095172"/>
            <a:ext cx="15051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mysqli_query()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976128" y="4288947"/>
            <a:ext cx="4617645" cy="26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the SQL on the connected database. Returns true/false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4008" y="4927143"/>
            <a:ext cx="5140899" cy="6172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76129" y="4906223"/>
            <a:ext cx="150511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 inserting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976128" y="5095770"/>
            <a:ext cx="4617645" cy="320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phpMyAdmin → Browse students table. You should see your row appear!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196B55-552F-D844-7051-418BCFD33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94383"/>
            <a:ext cx="1080267" cy="317302"/>
          </a:xfrm>
          <a:prstGeom prst="roundRect">
            <a:avLst>
              <a:gd name="adj" fmla="val 6255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143992"/>
            <a:ext cx="1491419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MISSION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4389" y="1094383"/>
            <a:ext cx="1193373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23605" y="1143992"/>
            <a:ext cx="1604525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477764"/>
            <a:ext cx="779750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 Student Information to MySQL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61475" y="2110184"/>
            <a:ext cx="10868745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your Day 8 registration form to the database. After submission, the student's details should appear in the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 when you click Browse in phpMyAdmin. Verify it works before moving 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475" y="2957810"/>
            <a:ext cx="3512653" cy="2357690"/>
          </a:xfrm>
          <a:prstGeom prst="roundRect">
            <a:avLst>
              <a:gd name="adj" fmla="val 126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5819" y="314215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Required Fields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5819" y="3499842"/>
            <a:ext cx="3143965" cy="1627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(VARCHAR)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(VARCHAR)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(VARCHAR)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cgpa (DECIMAL)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9422" y="2957810"/>
            <a:ext cx="3512752" cy="2357690"/>
          </a:xfrm>
          <a:prstGeom prst="roundRect">
            <a:avLst>
              <a:gd name="adj" fmla="val 126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3766" y="3142159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3766" y="3506192"/>
            <a:ext cx="3144064" cy="1621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duplicate email registrations. Check if the email already exists before inserting. Show a friendly Bootstrap warning if the email is taken.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17468" y="2957809"/>
            <a:ext cx="3512653" cy="2357689"/>
          </a:xfrm>
          <a:prstGeom prst="roundRect">
            <a:avLst>
              <a:gd name="adj" fmla="val 126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01812" y="3142159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01812" y="3506192"/>
            <a:ext cx="3143965" cy="1621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successful insertion, run a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and display: </a:t>
            </a:r>
            <a:r>
              <a:rPr lang="en-US" sz="16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"You are student #N in our system!"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Bootstrap info alert.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376" y="5571782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70" y="5811495"/>
            <a:ext cx="206667" cy="1652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98632" y="5778355"/>
            <a:ext cx="102448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each insert, open phpMyAdmin and click Browse on the students table to visually confirm your data saved correctly.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B91AC04-B65B-3F22-628A-8668D07A8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1473"/>
            <a:ext cx="803255" cy="209054"/>
          </a:xfrm>
          <a:prstGeom prst="roundRect">
            <a:avLst>
              <a:gd name="adj" fmla="val 70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4696" y="567134"/>
            <a:ext cx="97629" cy="9763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1140" y="548084"/>
            <a:ext cx="1119953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756543"/>
            <a:ext cx="730519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Displaying Records — Concept + Live Coding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1475" y="1273274"/>
            <a:ext cx="10868745" cy="505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the exciting part — we retrieve every student from MySQL and render them inside a professional Bootstrap table. We use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mysqli_fetch_assoc()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inside a while loop to process each row one at a time.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1804293"/>
            <a:ext cx="2709001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Coding — students.php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096393"/>
            <a:ext cx="5285449" cy="4148634"/>
          </a:xfrm>
          <a:prstGeom prst="roundRect">
            <a:avLst>
              <a:gd name="adj" fmla="val 44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5423" y="2096392"/>
            <a:ext cx="6759985" cy="4462463"/>
          </a:xfrm>
          <a:prstGeom prst="roundRect">
            <a:avLst>
              <a:gd name="adj" fmla="val 44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8016" y="2218432"/>
            <a:ext cx="6457079" cy="414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include('db_connect.php'); ?&gt;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class="table table-bordered table-hover"&gt;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 class="table-dark"&gt;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&lt;th&gt;ID&lt;/th&gt;&lt;th&gt;Name&lt;/th&gt;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&lt;th&gt;Branch&lt;/th&gt;&lt;th&gt;CGPA&lt;/th&gt;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students";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mysqli_query($conn, $sql);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($row = mysqli_fetch_assoc($result)) {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"&lt;tr&gt;";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"&lt;td&gt;" . $row['id'] . "&lt;/td&gt;";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"&lt;td&gt;" . $row['name'] . "&lt;/td&gt;";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"&lt;td&gt;" . $row['branch'] . "&lt;/td&gt;";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"&lt;td&gt;" . $row['cgpa'] . "&lt;/td&gt;";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"&lt;/tr&gt;";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190" y="2527985"/>
            <a:ext cx="183153" cy="1831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45217" y="2524264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*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45217" y="2805053"/>
            <a:ext cx="3433225" cy="16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Fetches every column from every row in the students table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190" y="3295955"/>
            <a:ext cx="183153" cy="18315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45217" y="3292235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mysqli_query()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145217" y="3573024"/>
            <a:ext cx="3433225" cy="41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the SELECT and returns a result object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190" y="4081929"/>
            <a:ext cx="183153" cy="183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45217" y="4078209"/>
            <a:ext cx="158259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mysqli_fetch_assoc()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45217" y="4358998"/>
            <a:ext cx="3433225" cy="671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one row as an associative array. Returns false when no more rows remain — ending the while loop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190" y="5130449"/>
            <a:ext cx="183153" cy="1831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45217" y="5126679"/>
            <a:ext cx="152624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$row['column']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145217" y="5413103"/>
            <a:ext cx="3433225" cy="3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each field by its column name exactly as defined in MySQL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78594DC-B10D-885F-5F8A-DD5A9B7EE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685777" cy="128984"/>
          </a:xfrm>
          <a:prstGeom prst="roundRect">
            <a:avLst>
              <a:gd name="adj" fmla="val 7694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1083" y="479623"/>
            <a:ext cx="1052089" cy="79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MISSION 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244470" y="454819"/>
            <a:ext cx="596389" cy="128984"/>
          </a:xfrm>
          <a:prstGeom prst="roundRect">
            <a:avLst>
              <a:gd name="adj" fmla="val 7694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72629" y="483347"/>
            <a:ext cx="1106757" cy="79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r>
              <a:rPr lang="en-US" sz="75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CHALLENGE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5480" y="649258"/>
            <a:ext cx="4464873" cy="37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the Student List Page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1438" y="1232193"/>
            <a:ext cx="3582863" cy="88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dedicated page that fetches and displays every registered student in a clean Bootstrap table. This is the second half of your full-stack registration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8900" y="2380116"/>
            <a:ext cx="3595399" cy="1139725"/>
          </a:xfrm>
          <a:prstGeom prst="roundRect">
            <a:avLst>
              <a:gd name="adj" fmla="val 23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1549" y="2535020"/>
            <a:ext cx="2162900" cy="20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Columns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1083" y="2793624"/>
            <a:ext cx="3430105" cy="59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· Name · Branch · CGPA — styled with Bootstrap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table-hover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table-bordered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8900" y="3684246"/>
            <a:ext cx="3595399" cy="1139725"/>
          </a:xfrm>
          <a:prstGeom prst="roundRect">
            <a:avLst>
              <a:gd name="adj" fmla="val 23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1083" y="3811804"/>
            <a:ext cx="3315192" cy="228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1549" y="4093783"/>
            <a:ext cx="3430105" cy="61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PHP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statement inside the while loop to add class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table-success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any row where CGPA &gt; 8.0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8900" y="4984026"/>
            <a:ext cx="3595399" cy="1137212"/>
          </a:xfrm>
          <a:prstGeom prst="roundRect">
            <a:avLst>
              <a:gd name="adj" fmla="val 23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4085" y="5139515"/>
            <a:ext cx="1033635" cy="183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4085" y="5359834"/>
            <a:ext cx="3430105" cy="671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the table, display: </a:t>
            </a:r>
            <a:r>
              <a:rPr lang="en-US" sz="12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"Total Students: N"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mysqli_num_rows($result)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936" y="1030270"/>
            <a:ext cx="7330296" cy="550991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89179" y="3662257"/>
            <a:ext cx="1336850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List Page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789019" y="4984026"/>
            <a:ext cx="1988802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fetches with SELECT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789019" y="5682357"/>
            <a:ext cx="1988802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and retrieve rows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26348" y="4984026"/>
            <a:ext cx="1988802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 table displays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126348" y="5682357"/>
            <a:ext cx="1988802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browser table view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430512" y="1370094"/>
            <a:ext cx="2043145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stores records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430512" y="2068425"/>
            <a:ext cx="2043145" cy="36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registrations saved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1475" y="719296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flow — store, fetch, display — is the foundation of every web application you will ever build. Master it today.</a:t>
            </a:r>
            <a:endParaRPr lang="en-US" sz="6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DFAE18-2719-6D82-1B7B-543E83D5E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94358"/>
            <a:ext cx="1102888" cy="317302"/>
          </a:xfrm>
          <a:prstGeom prst="roundRect">
            <a:avLst>
              <a:gd name="adj" fmla="val 6255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943967"/>
            <a:ext cx="151404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🐛</a:t>
            </a:r>
            <a:r>
              <a:rPr lang="en-US" sz="10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BUG HUNT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77739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the Bug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4251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below is broken. In pairs, examine each issue and identify the root cause before the trainer reveals the answer. Write your diagnosis in your notebook.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57785"/>
            <a:ext cx="3512653" cy="1520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29421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Wrong SQL Syntax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299817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INSRT INTO students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typo in the SQL keyword causes a fatal query error with no helpful message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757785"/>
            <a:ext cx="3512752" cy="1520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964" y="2942134"/>
            <a:ext cx="21411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Wrong Column Name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9964" y="3299817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$row['Name']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$row['name']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MySQL column names are case-sensitive in PHP arrays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757785"/>
            <a:ext cx="3512653" cy="15202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8010" y="294213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Semicolon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8010" y="3299817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statement without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causes a parse error that breaks the entire page rendering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43313"/>
            <a:ext cx="3512653" cy="15202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2017" y="46276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Fetch Loop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22017" y="4985345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mysqli_query()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mysqli_fetch_assoc()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query runs but no data is ever read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4443313"/>
            <a:ext cx="3512752" cy="15202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9964" y="4627662"/>
            <a:ext cx="23471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Broken Bootstrap Table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599964" y="4985345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tag inside the PHP while loop — creates a new table for every row instead of one unified table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225524-96F5-9D62-903D-E5D660275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4">
            <a:extLst>
              <a:ext uri="{FF2B5EF4-FFF2-40B4-BE49-F238E27FC236}">
                <a16:creationId xmlns:a16="http://schemas.microsoft.com/office/drawing/2014/main" id="{2333CDE1-D95E-BE14-5480-DBAE2970942E}"/>
              </a:ext>
            </a:extLst>
          </p:cNvPr>
          <p:cNvSpPr/>
          <p:nvPr/>
        </p:nvSpPr>
        <p:spPr>
          <a:xfrm>
            <a:off x="3777163" y="3149302"/>
            <a:ext cx="3181171" cy="2542727"/>
          </a:xfrm>
          <a:prstGeom prst="roundRect">
            <a:avLst>
              <a:gd name="adj" fmla="val 1197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81162"/>
            <a:ext cx="1173232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50769" y="925810"/>
            <a:ext cx="16042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BUILD SPRINT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1205012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30-Minute Hackathon — Student Registration Portal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61475" y="2336205"/>
            <a:ext cx="5744920" cy="64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Timer: 30 Minutes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94863" y="3149303"/>
            <a:ext cx="3181171" cy="2542727"/>
          </a:xfrm>
          <a:prstGeom prst="roundRect">
            <a:avLst>
              <a:gd name="adj" fmla="val 119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9928" y="3382613"/>
            <a:ext cx="255918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Requirements 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3688" y="3754784"/>
            <a:ext cx="2883522" cy="1890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Form (Bootstrap)</a:t>
            </a:r>
            <a:endParaRPr lang="en-US" sz="120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validation (PHP)</a:t>
            </a:r>
            <a:endParaRPr lang="en-US" sz="120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records to MySQL</a:t>
            </a:r>
            <a:endParaRPr lang="en-US" sz="120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all records in Bootstrap table</a:t>
            </a:r>
            <a:endParaRPr lang="en-US" sz="120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crashes, no SQL errors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51100" y="3429000"/>
            <a:ext cx="255745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 Features </a:t>
            </a:r>
            <a:r>
              <a:rPr lang="en-US" sz="16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924860" y="3754784"/>
            <a:ext cx="2810238" cy="1890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success alert on registration</a:t>
            </a:r>
            <a:endParaRPr lang="en-US" sz="1200" dirty="0">
              <a:solidFill>
                <a:schemeClr val="bg1"/>
              </a:solidFill>
            </a:endParaRPr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counter ("Total: N students")</a:t>
            </a:r>
            <a:endParaRPr lang="en-US" sz="1200" dirty="0">
              <a:solidFill>
                <a:schemeClr val="bg1"/>
              </a:solidFill>
            </a:endParaRPr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 CGPA rows in green</a:t>
            </a:r>
            <a:endParaRPr lang="en-US" sz="1200" dirty="0">
              <a:solidFill>
                <a:schemeClr val="bg1"/>
              </a:solidFill>
            </a:endParaRPr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email prevention</a:t>
            </a:r>
            <a:endParaRPr lang="en-US" sz="1200" dirty="0">
              <a:solidFill>
                <a:schemeClr val="bg1"/>
              </a:solidFill>
            </a:endParaRPr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navbar with project name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7061" y="5831730"/>
            <a:ext cx="6371273" cy="781348"/>
          </a:xfrm>
          <a:prstGeom prst="roundRect">
            <a:avLst>
              <a:gd name="adj" fmla="val 2858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86" y="6039891"/>
            <a:ext cx="186031" cy="1488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0741" y="6002883"/>
            <a:ext cx="56643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real deliverable. Every feature you add here goes directly onto your GitHub portfolio. Build it like a client is watching.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036BB2-E2DF-AB71-00CE-FB5241AF4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051" y="119133"/>
            <a:ext cx="1043940" cy="6847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0405"/>
            <a:ext cx="1095348" cy="317302"/>
          </a:xfrm>
          <a:prstGeom prst="roundRect">
            <a:avLst>
              <a:gd name="adj" fmla="val 6255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230015"/>
            <a:ext cx="1506500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🎤 DEMO DAY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63787"/>
            <a:ext cx="89806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Showcase — 2 Minutes Per Team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32856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presents their completed Student Registration Portal to the class. Be ready to demo live — the trainer will ask one follow-up question on SQL or PHP to every team.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43833"/>
            <a:ext cx="413434" cy="413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1577" y="3043833"/>
            <a:ext cx="208661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 Your Database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1577" y="3401516"/>
            <a:ext cx="471088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phpMyAdmin and show the students table with real records. Explain your schema choices — data types, primary key, UNIQUE constraints.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3043833"/>
            <a:ext cx="413434" cy="413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9233" y="304383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the Form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19233" y="3401516"/>
            <a:ext cx="471098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in the registration form live. Switch to phpMyAdmin and refresh — show the new row appearing in real time. This is the magic moment.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26062"/>
            <a:ext cx="413434" cy="413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1577" y="45260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 Student List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281577" y="4883745"/>
            <a:ext cx="471088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your students.php page. Show all records in the Bootstrap table. Highlight any bonus features — row coloring, record count, alerts.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526062"/>
            <a:ext cx="413434" cy="4134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9233" y="45260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Biggest Challenge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819233" y="4883745"/>
            <a:ext cx="471098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toughest bug you hit and how you solved it. Every team has one — this is the most valuable learning for the whole class.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5714D7-9ACF-DF5D-69E6-E9B05E25F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6518"/>
            <a:ext cx="1179979" cy="238125"/>
          </a:xfrm>
          <a:prstGeom prst="roundRect">
            <a:avLst>
              <a:gd name="adj" fmla="val 6668"/>
            </a:avLst>
          </a:prstGeom>
          <a:noFill/>
          <a:ln/>
          <a:effectLst>
            <a:outerShdw blurRad="101600" dist="50800" dir="16200000" algn="bl" rotWithShape="0">
              <a:srgbClr val="00ADEE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0848" y="596205"/>
            <a:ext cx="1630818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r>
              <a:rPr lang="en-US" sz="800" dirty="0">
                <a:solidFill>
                  <a:srgbClr val="00A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INTERVIEW QUIZ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36910"/>
            <a:ext cx="5023419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Interview-Ready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409105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questions come up in every PHP/MySQL junior developer interview. Answer each one out loud without looking at your code. If you can explain it in plain English, you truly understand it.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09167"/>
            <a:ext cx="10868745" cy="793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918" y="218201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15508" y="2060476"/>
            <a:ext cx="172130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use a database?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15508" y="2330648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disappear after each request. A database persists data on disk so records survive across sessions, users, and server restarts.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8784"/>
            <a:ext cx="10868745" cy="793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918" y="308163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15508" y="2960092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 vs. Database?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15508" y="3230265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database is the container. A table is one organized dataset inside it — like an Excel workbook vs. a single sheet.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08400"/>
            <a:ext cx="10868745" cy="7938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918" y="398125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315508" y="3859709"/>
            <a:ext cx="199573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of Primary Key?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15508" y="4129881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Guarantees every row has a unique identity. Enables fast lookups, relationships between tables, and prevents duplicate records.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08016"/>
            <a:ext cx="10868745" cy="7938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918" y="488086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315508" y="4759325"/>
            <a:ext cx="241105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of mysqli_connect()?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15508" y="5029498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a live connection between your PHP script and the MySQL server. Without it, no query can be sent or received.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07633"/>
            <a:ext cx="10868745" cy="7938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918" y="578048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315508" y="5658941"/>
            <a:ext cx="230072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does SELECT * return?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315508" y="5929114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columns and all rows from the specified table. In production, always specify column names instead of * for performance.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111C17-64E0-ADA4-992A-DDA3A92DD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34492"/>
            <a:ext cx="1279195" cy="317302"/>
          </a:xfrm>
          <a:prstGeom prst="roundRect">
            <a:avLst>
              <a:gd name="adj" fmla="val 6255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384102"/>
            <a:ext cx="169034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ASSIGNMENT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17873"/>
            <a:ext cx="645401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Your Project Tonight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48265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Tonight's assignment builds on what you finished in class. Push your enhanced project to GitHub before Day 10 starts. The trainer will check commits at the beginning of tomorrow's session.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3197920"/>
            <a:ext cx="5470785" cy="2325489"/>
          </a:xfrm>
          <a:prstGeom prst="roundRect">
            <a:avLst>
              <a:gd name="adj" fmla="val 106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7710" y="3363218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Additions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3786981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photo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 (VARCHAR for filename)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(TEXT)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(VARCHAR 100)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</a:t>
            </a:r>
            <a:r>
              <a:rPr lang="en-US" sz="1300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date_registered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(TIMESTAMP)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Bootstrap table to show new fields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363218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786981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9: PHP-MySQL integration"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4845348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GitHub profile is your resume. Every push you make tonight is visible to every recruiter who looks you up.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94C40B-5BB6-DE0B-2EFD-9F7CBD41F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9735"/>
            <a:ext cx="1128287" cy="270272"/>
          </a:xfrm>
          <a:prstGeom prst="roundRect">
            <a:avLst>
              <a:gd name="adj" fmla="val 6609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624384"/>
            <a:ext cx="15592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🏁 DAY 9 RECAP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03585"/>
            <a:ext cx="4471776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 Built Today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569641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2.5 hours you went from knowing PHP basics to building a complete data-driven web application. That is a massive leap — and it is now permanently on your GitHub.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172791"/>
            <a:ext cx="5367402" cy="1417141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0299" y="2321620"/>
            <a:ext cx="446473" cy="44648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030" y="2444353"/>
            <a:ext cx="200913" cy="2009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0299" y="2902049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MySQL Database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0299" y="3214886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student_management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properly typed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62818" y="2172791"/>
            <a:ext cx="5367402" cy="1417141"/>
          </a:xfrm>
          <a:prstGeom prst="roundRect">
            <a:avLst>
              <a:gd name="adj" fmla="val 15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11643" y="2321620"/>
            <a:ext cx="446473" cy="44648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4373" y="2444353"/>
            <a:ext cx="200913" cy="2009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11643" y="2902049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PHP Connection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311643" y="3214886"/>
            <a:ext cx="506975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db_connect.php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mysqli_connect()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error handling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1475" y="3723878"/>
            <a:ext cx="5367402" cy="1643360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10299" y="3872706"/>
            <a:ext cx="446473" cy="44648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030" y="3995440"/>
            <a:ext cx="200913" cy="2009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299" y="4453136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INSERT Records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10299" y="4765973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form data and saved students to MySQL with SQL injection protection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62818" y="3723878"/>
            <a:ext cx="5367402" cy="1643360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311643" y="3872706"/>
            <a:ext cx="446473" cy="44648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373" y="3995440"/>
            <a:ext cx="200913" cy="2009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11643" y="4453136"/>
            <a:ext cx="186060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Display Records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311643" y="4765973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Fetched all rows with SELECT and rendered them in a live Bootstrap table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61475" y="5517952"/>
            <a:ext cx="19050" cy="760214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884711" y="5668665"/>
            <a:ext cx="10645509" cy="45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you learned how to 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 data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Tomorrow you'll learn how to </a:t>
            </a: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 it like a real application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edit, delete, and search records. See you at Day 10. 🚀</a:t>
            </a:r>
            <a:endParaRPr lang="en-US" sz="11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E2FFE2E-52D9-A7CF-D58A-35DEFA62F6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2776</Words>
  <Application>Microsoft Macintosh PowerPoint</Application>
  <PresentationFormat>Widescreen</PresentationFormat>
  <Paragraphs>324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Twemoji Mozilla</vt:lpstr>
      <vt:lpstr>Inter</vt:lpstr>
      <vt:lpstr>Inter Bold</vt:lpstr>
      <vt:lpstr>Inter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Office767</cp:lastModifiedBy>
  <cp:revision>4</cp:revision>
  <dcterms:created xsi:type="dcterms:W3CDTF">2026-07-06T10:00:48Z</dcterms:created>
  <dcterms:modified xsi:type="dcterms:W3CDTF">2026-07-06T10:42:31Z</dcterms:modified>
</cp:coreProperties>
</file>